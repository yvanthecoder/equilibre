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8" r:id="rId11"/>
    <p:sldId id="267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>
        <p:scale>
          <a:sx n="66" d="100"/>
          <a:sy n="66" d="100"/>
        </p:scale>
        <p:origin x="600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5519" y="2008882"/>
            <a:ext cx="768096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Dassault Systèmes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38400" y="3237607"/>
            <a:ext cx="73152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The 3DEXPERIENCE Company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38400" y="4353817"/>
            <a:ext cx="7315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Créateur d'univers virtuels pour une innovation durable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438275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Notre Mission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266950"/>
            <a:ext cx="5200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686"/>
                </a:solidFill>
                <a:latin typeface="Montserrat"/>
                <a:ea typeface="Montserrat"/>
                <a:cs typeface="Montserrat"/>
                <a:sym typeface="Montserrat"/>
              </a:rPr>
              <a:t>Virtual Worlds for Real Life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0194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Dassault Systèmes propose aux entreprises et aux particuliers des univers virtuels leur permettant d’imaginer des innovations durables.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3148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Grâce à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plateforme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3DEXPERIENCE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nous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créons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jumeaux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numériques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("Virtual Twins") pour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harmoniser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produit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la nature et la vie.</a:t>
            </a:r>
            <a:endParaRPr dirty="0"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2686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1981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: Création de l'entreprise par scission d'une équipe d'ingénieurs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Dassault Aviation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2686050"/>
            <a:ext cx="38100" cy="609600"/>
          </a:xfrm>
          <a:prstGeom prst="rect">
            <a:avLst/>
          </a:prstGeom>
          <a:solidFill>
            <a:srgbClr val="0056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3581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Fondateurs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: Sous l'impulsion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Charles Edelstenne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et Marcel Dassault.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3581400"/>
            <a:ext cx="38100" cy="609600"/>
          </a:xfrm>
          <a:prstGeom prst="rect">
            <a:avLst/>
          </a:prstGeom>
          <a:solidFill>
            <a:srgbClr val="0056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44767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Vision Initiale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: Concevoir des produits en 3D (CATIA) pour révolutionner l'aéronautique.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4476750"/>
            <a:ext cx="38100" cy="609600"/>
          </a:xfrm>
          <a:prstGeom prst="rect">
            <a:avLst/>
          </a:prstGeom>
          <a:solidFill>
            <a:srgbClr val="0056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Historique de la Création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7279" y="25527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9961" y="25527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22639" y="25527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5320" y="255651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571500" y="306705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10733" y="3486150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Création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0005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Lancement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CATIA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le logiciel phare de conception 3D.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383413" y="3486150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SolidWorks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444180" y="40005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Acquisition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SolidWorks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pour cibler le marché du design 3D grand public.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256094" y="3486150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ENOVIA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16860" y="40005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Lancement de la maquette numérique (DMU) et gestion du cycle de vie (PLM).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128774" y="3486150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3DEXPERIENCE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89541" y="40005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Lancement de la plateforme stratégique unifiée pour l'entreprise.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Dates Clés &amp; Acquisitions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Chiffre d'Affaires (Milliards €)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6667500" y="1064865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Nos Talents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667500" y="1979265"/>
            <a:ext cx="391477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5686"/>
                </a:solidFill>
                <a:latin typeface="Montserrat"/>
                <a:ea typeface="Montserrat"/>
                <a:cs typeface="Montserrat"/>
                <a:sym typeface="Montserrat"/>
              </a:rPr>
              <a:t>25 000+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667500" y="3265140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686"/>
                </a:solidFill>
                <a:latin typeface="Open Sans"/>
                <a:ea typeface="Open Sans"/>
                <a:cs typeface="Open Sans"/>
                <a:sym typeface="Open Sans"/>
              </a:rPr>
              <a:t>Collaborateurs dans le monde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667500" y="429756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Présence dans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140 pays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67500" y="474523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184 sites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mondiaux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667500" y="519291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Une culture d'innovation et de diversité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4354710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802385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5250060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8BC33A2-CB6E-4D38-BB88-D37235C66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874394" y="876225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4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71500" y="25146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3DEXPERIENCE</a:t>
            </a: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est une plateforme d'expérience professionnelle qui fournit des solutions logicielles à tous les départements d'une entreprise.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401955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Elle permet de connecter :</a:t>
            </a:r>
            <a:endParaRPr/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66925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76300" y="45148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52500" y="45148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 ingénieurs (Design &amp; Simulation)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76300" y="48196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48196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 marketeurs (Expérience Client)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76300" y="51244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51244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 data scientists (Information Intelligence)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Plateforme 3DEXPERIENCE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25384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Jumeau Numérique Humain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0527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Dassault Systèmes transforme la santé en appliquant la simulation 3D au corps humain.</a:t>
            </a:r>
            <a:endParaRPr/>
          </a:p>
        </p:txBody>
      </p:sp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76300" y="38528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952500" y="38528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BIOVIA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: Modélisation moléculaire et chimique pour la découverte de médicaments.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76300" y="46053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52500" y="4605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MEDIDATA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: Gestion des essais cliniques et analyse de données patients.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Santé &amp; Sciences de la Vie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9175" y="3188970"/>
            <a:ext cx="29813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2125" y="1796415"/>
            <a:ext cx="28194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7275" y="1796415"/>
            <a:ext cx="20764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9475" y="1796415"/>
            <a:ext cx="260032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991677" y="2844165"/>
            <a:ext cx="236029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Industries Manufacturières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047875" y="3682365"/>
            <a:ext cx="2247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Aérospatial, Défense, Transport, Équipements Industriels, High-Tech.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115401" y="2844165"/>
            <a:ext cx="158019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Santé &amp; Vie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5153025" y="3682365"/>
            <a:ext cx="15049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Dispositifs Médicaux, Pharmaceutique, Biotechnologie, Soins aux patients.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7464504" y="2844165"/>
            <a:ext cx="2130266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Infrastructures &amp; </a:t>
            </a:r>
            <a:r>
              <a:rPr lang="en-US" sz="2100" b="1" i="0" u="none" strike="noStrike" cap="none" dirty="0" err="1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Villes</a:t>
            </a:r>
            <a:endParaRPr dirty="0"/>
          </a:p>
        </p:txBody>
      </p:sp>
      <p:sp>
        <p:nvSpPr>
          <p:cNvPr id="227" name="Google Shape;227;p23"/>
          <p:cNvSpPr txBox="1"/>
          <p:nvPr/>
        </p:nvSpPr>
        <p:spPr>
          <a:xfrm>
            <a:off x="7515225" y="3682365"/>
            <a:ext cx="2028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Construction, Villes Intelligentes, Énergie, Matériaux.</a:t>
            </a:r>
            <a:endParaRPr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57512" y="220599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20599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1512" y="22059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61722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Secteurs</a:t>
            </a:r>
            <a:r>
              <a:rPr lang="en-US" sz="3150" b="1" i="0" u="none" strike="noStrike" cap="none" dirty="0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d'Activité</a:t>
            </a:r>
            <a:endParaRPr dirty="0"/>
          </a:p>
        </p:txBody>
      </p:sp>
      <p:sp>
        <p:nvSpPr>
          <p:cNvPr id="232" name="Google Shape;232;p23"/>
          <p:cNvSpPr/>
          <p:nvPr/>
        </p:nvSpPr>
        <p:spPr>
          <a:xfrm>
            <a:off x="571500" y="125539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p23">
            <a:extLst>
              <a:ext uri="{FF2B5EF4-FFF2-40B4-BE49-F238E27FC236}">
                <a16:creationId xmlns:a16="http://schemas.microsoft.com/office/drawing/2014/main" id="{FBE87B7B-1157-47D3-852F-F0B4B515AB3C}"/>
              </a:ext>
            </a:extLst>
          </p:cNvPr>
          <p:cNvSpPr txBox="1"/>
          <p:nvPr/>
        </p:nvSpPr>
        <p:spPr>
          <a:xfrm>
            <a:off x="571500" y="61722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2040"/>
                </a:solidFill>
                <a:latin typeface="Montserrat"/>
                <a:ea typeface="Montserrat"/>
                <a:cs typeface="Montserrat"/>
                <a:sym typeface="Montserrat"/>
              </a:rPr>
              <a:t>Mon alternance</a:t>
            </a:r>
            <a:endParaRPr dirty="0"/>
          </a:p>
        </p:txBody>
      </p:sp>
      <p:sp>
        <p:nvSpPr>
          <p:cNvPr id="5" name="Google Shape;232;p23">
            <a:extLst>
              <a:ext uri="{FF2B5EF4-FFF2-40B4-BE49-F238E27FC236}">
                <a16:creationId xmlns:a16="http://schemas.microsoft.com/office/drawing/2014/main" id="{F6F66BD8-98D9-4367-BB0B-0ABDBF869BB9}"/>
              </a:ext>
            </a:extLst>
          </p:cNvPr>
          <p:cNvSpPr/>
          <p:nvPr/>
        </p:nvSpPr>
        <p:spPr>
          <a:xfrm>
            <a:off x="571500" y="1255395"/>
            <a:ext cx="11049000" cy="2857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983A56-55BB-45EE-B339-9002459EED17}"/>
              </a:ext>
            </a:extLst>
          </p:cNvPr>
          <p:cNvSpPr txBox="1"/>
          <p:nvPr/>
        </p:nvSpPr>
        <p:spPr>
          <a:xfrm>
            <a:off x="439838" y="1863524"/>
            <a:ext cx="37964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Pôle central organisationnel</a:t>
            </a:r>
          </a:p>
          <a:p>
            <a:endParaRPr lang="fr-FR" dirty="0"/>
          </a:p>
          <a:p>
            <a:r>
              <a:rPr lang="fr-FR" dirty="0"/>
              <a:t>Equipes managériales et techniques</a:t>
            </a:r>
          </a:p>
          <a:p>
            <a:endParaRPr lang="fr-FR" dirty="0"/>
          </a:p>
          <a:p>
            <a:r>
              <a:rPr lang="fr-FR" dirty="0"/>
              <a:t>Data </a:t>
            </a:r>
            <a:r>
              <a:rPr lang="fr-FR" dirty="0" err="1"/>
              <a:t>Factory</a:t>
            </a:r>
            <a:r>
              <a:rPr lang="fr-FR" dirty="0"/>
              <a:t> pôle central de Business Intelligence &amp; Data</a:t>
            </a:r>
          </a:p>
          <a:p>
            <a:endParaRPr lang="fr-FR" dirty="0"/>
          </a:p>
          <a:p>
            <a:r>
              <a:rPr lang="fr-FR" dirty="0"/>
              <a:t>Mise en place de </a:t>
            </a:r>
            <a:r>
              <a:rPr lang="fr-FR" dirty="0" err="1"/>
              <a:t>metriques</a:t>
            </a:r>
            <a:r>
              <a:rPr lang="fr-FR" dirty="0"/>
              <a:t> pour la prise de décision sur des sujets de vente et finance</a:t>
            </a:r>
          </a:p>
          <a:p>
            <a:endParaRPr lang="fr-FR" dirty="0"/>
          </a:p>
          <a:p>
            <a:r>
              <a:rPr lang="fr-FR" dirty="0"/>
              <a:t>Mais aussi,</a:t>
            </a:r>
          </a:p>
          <a:p>
            <a:endParaRPr lang="fr-FR" dirty="0"/>
          </a:p>
          <a:p>
            <a:r>
              <a:rPr lang="fr-FR" dirty="0"/>
              <a:t>Maintien et évolution des bases de données orientées Ventes de l’entreprise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02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40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4110751" y="1941165"/>
            <a:ext cx="3970496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Merci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205287" y="2969865"/>
            <a:ext cx="3781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L'innovation au service de l'humain.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248150" y="3811785"/>
            <a:ext cx="14954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www.3ds.com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124575" y="3811785"/>
            <a:ext cx="1819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contact@3ds.com</a:t>
            </a:r>
            <a:endParaRPr/>
          </a:p>
        </p:txBody>
      </p:sp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38498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4575" y="384988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399</Words>
  <Application>Microsoft Office PowerPoint</Application>
  <PresentationFormat>Grand écran</PresentationFormat>
  <Paragraphs>66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Calibri</vt:lpstr>
      <vt:lpstr>Open Sans</vt:lpstr>
      <vt:lpstr>Montserrat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NDONGO Adrien Blaise</cp:lastModifiedBy>
  <cp:revision>4</cp:revision>
  <dcterms:modified xsi:type="dcterms:W3CDTF">2025-11-19T08:44:23Z</dcterms:modified>
</cp:coreProperties>
</file>